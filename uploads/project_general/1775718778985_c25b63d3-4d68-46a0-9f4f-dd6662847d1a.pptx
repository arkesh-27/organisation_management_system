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411200" cy="10058400"/>
  <p:notesSz cx="6858000" cy="9144000"/>
  <p:embeddedFontLst>
    <p:embeddedFont>
      <p:font typeface="Barlow Condensed" panose="00000506000000000000" pitchFamily="2" charset="0"/>
      <p:regular r:id="rId4"/>
      <p:bold r:id="rId5"/>
      <p:boldItalic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4224">
          <p15:clr>
            <a:srgbClr val="A4A3A4"/>
          </p15:clr>
        </p15:guide>
        <p15:guide id="3" orient="horz" pos="5712">
          <p15:clr>
            <a:srgbClr val="A4A3A4"/>
          </p15:clr>
        </p15:guide>
        <p15:guide id="4" orient="horz" pos="40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0nn4iOREkBCcApSAfK38f4W3c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1508" y="60"/>
      </p:cViewPr>
      <p:guideLst>
        <p:guide orient="horz" pos="2400"/>
        <p:guide pos="4224"/>
        <p:guide orient="horz" pos="5712"/>
        <p:guide orient="horz" pos="4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customschemas.google.com/relationships/presentationmetadata" Target="metadata"/><Relationship Id="rId4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1183341" y="2130425"/>
            <a:ext cx="13411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2366682" y="3886200"/>
            <a:ext cx="1104451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1246344" y="4406901"/>
            <a:ext cx="13411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1246344" y="2906714"/>
            <a:ext cx="13411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788894" y="274638"/>
            <a:ext cx="1420009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788894" y="1600201"/>
            <a:ext cx="69685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8020423" y="1600201"/>
            <a:ext cx="69685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788894" y="274638"/>
            <a:ext cx="1420009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788894" y="1535113"/>
            <a:ext cx="697130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788894" y="2174875"/>
            <a:ext cx="697130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8014946" y="1535113"/>
            <a:ext cx="697404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8014946" y="2174875"/>
            <a:ext cx="697404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788894" y="274638"/>
            <a:ext cx="1420009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788895" y="273050"/>
            <a:ext cx="519081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6168713" y="273051"/>
            <a:ext cx="8820275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788895" y="1435101"/>
            <a:ext cx="519081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3092576" y="4800600"/>
            <a:ext cx="9466729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3092576" y="612775"/>
            <a:ext cx="946672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3092576" y="5367338"/>
            <a:ext cx="9466729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788894" y="274638"/>
            <a:ext cx="1420009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5625960" y="-3236865"/>
            <a:ext cx="4525963" cy="1420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0288214" y="1425390"/>
            <a:ext cx="5851525" cy="35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056685" y="-1993151"/>
            <a:ext cx="5851525" cy="10387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88894" y="274638"/>
            <a:ext cx="1420009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788894" y="1600201"/>
            <a:ext cx="1420009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788894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390777" y="6356351"/>
            <a:ext cx="49963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07482" y="6356351"/>
            <a:ext cx="3681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spring.io/projects/spring-boot" TargetMode="External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learning.postman.com/" TargetMode="External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18.png"/><Relationship Id="rId5" Type="http://schemas.openxmlformats.org/officeDocument/2006/relationships/image" Target="../media/image3.png"/><Relationship Id="rId15" Type="http://schemas.openxmlformats.org/officeDocument/2006/relationships/hyperlink" Target="https://dev.mysql.com/doc/" TargetMode="External"/><Relationship Id="rId23" Type="http://schemas.openxmlformats.org/officeDocument/2006/relationships/image" Target="../media/image17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hyperlink" Target="https://react.dev/" TargetMode="External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20000"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152400" y="152400"/>
            <a:ext cx="3905251" cy="1626679"/>
            <a:chOff x="152399" y="125921"/>
            <a:chExt cx="3905251" cy="1626679"/>
          </a:xfrm>
        </p:grpSpPr>
        <p:pic>
          <p:nvPicPr>
            <p:cNvPr id="90" name="Google Shape;9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399" y="125921"/>
              <a:ext cx="1032064" cy="162667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1" name="Google Shape;91;p1"/>
            <p:cNvCxnSpPr/>
            <p:nvPr/>
          </p:nvCxnSpPr>
          <p:spPr>
            <a:xfrm>
              <a:off x="1238251" y="231888"/>
              <a:ext cx="0" cy="1414744"/>
            </a:xfrm>
            <a:prstGeom prst="straightConnector1">
              <a:avLst/>
            </a:prstGeom>
            <a:noFill/>
            <a:ln w="25400" cap="flat" cmpd="sng">
              <a:solidFill>
                <a:srgbClr val="00234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92" name="Google Shape;92;p1"/>
            <p:cNvSpPr txBox="1"/>
            <p:nvPr/>
          </p:nvSpPr>
          <p:spPr>
            <a:xfrm>
              <a:off x="1238250" y="477595"/>
              <a:ext cx="28194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2341"/>
                  </a:solidFill>
                  <a:latin typeface="Arial"/>
                  <a:ea typeface="Arial"/>
                  <a:cs typeface="Arial"/>
                  <a:sym typeface="Arial"/>
                </a:rPr>
                <a:t>School of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2341"/>
                  </a:solidFill>
                  <a:latin typeface="Arial"/>
                  <a:ea typeface="Arial"/>
                  <a:cs typeface="Arial"/>
                  <a:sym typeface="Arial"/>
                </a:rPr>
                <a:t>Engineering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2341"/>
                  </a:solidFill>
                  <a:latin typeface="Arial"/>
                  <a:ea typeface="Arial"/>
                  <a:cs typeface="Arial"/>
                  <a:sym typeface="Arial"/>
                </a:rPr>
                <a:t>and Technology</a:t>
              </a:r>
              <a:endParaRPr sz="1800">
                <a:solidFill>
                  <a:srgbClr val="00234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63400" y="20396"/>
            <a:ext cx="1371471" cy="1351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23891" y="258367"/>
            <a:ext cx="1819909" cy="78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7400" y="304800"/>
            <a:ext cx="1801631" cy="79752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0" y="9296400"/>
            <a:ext cx="13411199" cy="762000"/>
          </a:xfrm>
          <a:custGeom>
            <a:avLst/>
            <a:gdLst/>
            <a:ahLst/>
            <a:cxnLst/>
            <a:rect l="l" t="t" r="r" b="b"/>
            <a:pathLst>
              <a:path w="8071769" h="1948418" extrusionOk="0">
                <a:moveTo>
                  <a:pt x="0" y="0"/>
                </a:moveTo>
                <a:lnTo>
                  <a:pt x="8071769" y="0"/>
                </a:lnTo>
                <a:lnTo>
                  <a:pt x="8071769" y="1948418"/>
                </a:lnTo>
                <a:lnTo>
                  <a:pt x="0" y="1948418"/>
                </a:lnTo>
                <a:lnTo>
                  <a:pt x="0" y="0"/>
                </a:lnTo>
                <a:close/>
              </a:path>
            </a:pathLst>
          </a:custGeom>
          <a:solidFill>
            <a:srgbClr val="002341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219200" y="1524000"/>
            <a:ext cx="19808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Presents</a:t>
            </a:r>
            <a:endParaRPr sz="20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219199" y="2030581"/>
            <a:ext cx="10744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TECHSPARK </a:t>
            </a:r>
            <a:r>
              <a:rPr lang="en-US" sz="3200" b="1" dirty="0">
                <a:solidFill>
                  <a:srgbClr val="87792E"/>
                </a:solidFill>
              </a:rPr>
              <a:t>2.0 </a:t>
            </a:r>
            <a:r>
              <a:rPr lang="en-US" sz="3200" b="1" dirty="0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: Igniting Ideas, Inspiring Innovation</a:t>
            </a:r>
            <a:endParaRPr dirty="0"/>
          </a:p>
        </p:txBody>
      </p:sp>
      <p:sp>
        <p:nvSpPr>
          <p:cNvPr id="99" name="Google Shape;99;p1"/>
          <p:cNvSpPr txBox="1"/>
          <p:nvPr/>
        </p:nvSpPr>
        <p:spPr>
          <a:xfrm>
            <a:off x="7475224" y="2583214"/>
            <a:ext cx="602168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341"/>
                </a:solidFill>
                <a:latin typeface="Arial"/>
                <a:ea typeface="Arial"/>
                <a:cs typeface="Arial"/>
                <a:sym typeface="Arial"/>
              </a:rPr>
              <a:t>“ Where Every Spark Fuels the Future ”</a:t>
            </a:r>
            <a:endParaRPr sz="2400" b="1" dirty="0">
              <a:solidFill>
                <a:srgbClr val="0023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08629" y="2647299"/>
            <a:ext cx="5149171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Date : </a:t>
            </a:r>
            <a:r>
              <a:rPr lang="en-US" sz="1600" b="1" dirty="0">
                <a:solidFill>
                  <a:srgbClr val="002060"/>
                </a:solidFill>
              </a:rPr>
              <a:t>9</a:t>
            </a:r>
            <a:r>
              <a:rPr lang="en-US" sz="1600" b="1" baseline="300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6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April 2025</a:t>
            </a:r>
            <a:endParaRPr dirty="0"/>
          </a:p>
        </p:txBody>
      </p:sp>
      <p:sp>
        <p:nvSpPr>
          <p:cNvPr id="101" name="Google Shape;101;p1"/>
          <p:cNvSpPr txBox="1"/>
          <p:nvPr/>
        </p:nvSpPr>
        <p:spPr>
          <a:xfrm>
            <a:off x="52408" y="2918890"/>
            <a:ext cx="3548972" cy="38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Time : </a:t>
            </a:r>
            <a:r>
              <a:rPr lang="en-US" sz="16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09:30 AM Onwards</a:t>
            </a:r>
            <a:endParaRPr dirty="0"/>
          </a:p>
        </p:txBody>
      </p:sp>
      <p:cxnSp>
        <p:nvCxnSpPr>
          <p:cNvPr id="102" name="Google Shape;102;p1"/>
          <p:cNvCxnSpPr/>
          <p:nvPr/>
        </p:nvCxnSpPr>
        <p:spPr>
          <a:xfrm rot="10800000">
            <a:off x="6705600" y="3641593"/>
            <a:ext cx="0" cy="5088172"/>
          </a:xfrm>
          <a:prstGeom prst="straightConnector1">
            <a:avLst/>
          </a:prstGeom>
          <a:noFill/>
          <a:ln w="25400" cap="flat" cmpd="sng">
            <a:solidFill>
              <a:srgbClr val="00234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grpSp>
        <p:nvGrpSpPr>
          <p:cNvPr id="103" name="Google Shape;103;p1"/>
          <p:cNvGrpSpPr/>
          <p:nvPr/>
        </p:nvGrpSpPr>
        <p:grpSpPr>
          <a:xfrm>
            <a:off x="152400" y="4122888"/>
            <a:ext cx="2743753" cy="62591"/>
            <a:chOff x="304800" y="3962400"/>
            <a:chExt cx="2605829" cy="76200"/>
          </a:xfrm>
        </p:grpSpPr>
        <p:cxnSp>
          <p:nvCxnSpPr>
            <p:cNvPr id="104" name="Google Shape;104;p1"/>
            <p:cNvCxnSpPr/>
            <p:nvPr/>
          </p:nvCxnSpPr>
          <p:spPr>
            <a:xfrm>
              <a:off x="309756" y="4038600"/>
              <a:ext cx="260087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05" name="Google Shape;105;p1"/>
            <p:cNvCxnSpPr/>
            <p:nvPr/>
          </p:nvCxnSpPr>
          <p:spPr>
            <a:xfrm>
              <a:off x="304800" y="3962400"/>
              <a:ext cx="859338" cy="0"/>
            </a:xfrm>
            <a:prstGeom prst="straightConnector1">
              <a:avLst/>
            </a:prstGeom>
            <a:noFill/>
            <a:ln w="47625" cap="flat" cmpd="sng">
              <a:solidFill>
                <a:srgbClr val="87792E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6" name="Google Shape;106;p1"/>
          <p:cNvSpPr txBox="1"/>
          <p:nvPr/>
        </p:nvSpPr>
        <p:spPr>
          <a:xfrm>
            <a:off x="108629" y="3839157"/>
            <a:ext cx="345077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5" b="1">
                <a:solidFill>
                  <a:srgbClr val="00234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ABSTRACT </a:t>
            </a:r>
            <a:endParaRPr sz="1400" b="1">
              <a:solidFill>
                <a:srgbClr val="00234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023442" y="3986757"/>
            <a:ext cx="296476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5" b="1">
                <a:solidFill>
                  <a:srgbClr val="00234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RESULTS and DISCUSSIONS</a:t>
            </a:r>
            <a:endParaRPr/>
          </a:p>
        </p:txBody>
      </p:sp>
      <p:grpSp>
        <p:nvGrpSpPr>
          <p:cNvPr id="108" name="Google Shape;108;p1"/>
          <p:cNvGrpSpPr/>
          <p:nvPr/>
        </p:nvGrpSpPr>
        <p:grpSpPr>
          <a:xfrm>
            <a:off x="7045555" y="4268317"/>
            <a:ext cx="2605829" cy="76200"/>
            <a:chOff x="304800" y="3962400"/>
            <a:chExt cx="2605829" cy="76200"/>
          </a:xfrm>
        </p:grpSpPr>
        <p:cxnSp>
          <p:nvCxnSpPr>
            <p:cNvPr id="109" name="Google Shape;109;p1"/>
            <p:cNvCxnSpPr/>
            <p:nvPr/>
          </p:nvCxnSpPr>
          <p:spPr>
            <a:xfrm>
              <a:off x="309756" y="4038600"/>
              <a:ext cx="260087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10" name="Google Shape;110;p1"/>
            <p:cNvCxnSpPr/>
            <p:nvPr/>
          </p:nvCxnSpPr>
          <p:spPr>
            <a:xfrm>
              <a:off x="304800" y="3962400"/>
              <a:ext cx="859338" cy="0"/>
            </a:xfrm>
            <a:prstGeom prst="straightConnector1">
              <a:avLst/>
            </a:prstGeom>
            <a:noFill/>
            <a:ln w="47625" cap="flat" cmpd="sng">
              <a:solidFill>
                <a:srgbClr val="87792E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1" name="Google Shape;111;p1"/>
          <p:cNvSpPr txBox="1"/>
          <p:nvPr/>
        </p:nvSpPr>
        <p:spPr>
          <a:xfrm>
            <a:off x="6781800" y="6553200"/>
            <a:ext cx="2307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5" b="1">
                <a:solidFill>
                  <a:srgbClr val="00234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/>
          </a:p>
        </p:txBody>
      </p:sp>
      <p:grpSp>
        <p:nvGrpSpPr>
          <p:cNvPr id="112" name="Google Shape;112;p1"/>
          <p:cNvGrpSpPr/>
          <p:nvPr/>
        </p:nvGrpSpPr>
        <p:grpSpPr>
          <a:xfrm>
            <a:off x="6781799" y="6830344"/>
            <a:ext cx="2834429" cy="93750"/>
            <a:chOff x="304800" y="3962400"/>
            <a:chExt cx="2605829" cy="76200"/>
          </a:xfrm>
        </p:grpSpPr>
        <p:cxnSp>
          <p:nvCxnSpPr>
            <p:cNvPr id="113" name="Google Shape;113;p1"/>
            <p:cNvCxnSpPr/>
            <p:nvPr/>
          </p:nvCxnSpPr>
          <p:spPr>
            <a:xfrm>
              <a:off x="309756" y="4038600"/>
              <a:ext cx="260087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14" name="Google Shape;114;p1"/>
            <p:cNvCxnSpPr/>
            <p:nvPr/>
          </p:nvCxnSpPr>
          <p:spPr>
            <a:xfrm>
              <a:off x="304800" y="3962400"/>
              <a:ext cx="859338" cy="0"/>
            </a:xfrm>
            <a:prstGeom prst="straightConnector1">
              <a:avLst/>
            </a:prstGeom>
            <a:noFill/>
            <a:ln w="47625" cap="flat" cmpd="sng">
              <a:solidFill>
                <a:srgbClr val="87792E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5" name="Google Shape;115;p1"/>
          <p:cNvSpPr txBox="1"/>
          <p:nvPr/>
        </p:nvSpPr>
        <p:spPr>
          <a:xfrm>
            <a:off x="52409" y="6568766"/>
            <a:ext cx="217316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5" b="1">
                <a:solidFill>
                  <a:srgbClr val="00234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 FORMULATIONS</a:t>
            </a:r>
            <a:endParaRPr/>
          </a:p>
        </p:txBody>
      </p:sp>
      <p:grpSp>
        <p:nvGrpSpPr>
          <p:cNvPr id="116" name="Google Shape;116;p1"/>
          <p:cNvGrpSpPr/>
          <p:nvPr/>
        </p:nvGrpSpPr>
        <p:grpSpPr>
          <a:xfrm>
            <a:off x="108621" y="6827926"/>
            <a:ext cx="2809441" cy="114950"/>
            <a:chOff x="304800" y="3962400"/>
            <a:chExt cx="2605829" cy="76200"/>
          </a:xfrm>
        </p:grpSpPr>
        <p:cxnSp>
          <p:nvCxnSpPr>
            <p:cNvPr id="117" name="Google Shape;117;p1"/>
            <p:cNvCxnSpPr/>
            <p:nvPr/>
          </p:nvCxnSpPr>
          <p:spPr>
            <a:xfrm>
              <a:off x="309756" y="4038600"/>
              <a:ext cx="260087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18" name="Google Shape;118;p1"/>
            <p:cNvCxnSpPr/>
            <p:nvPr/>
          </p:nvCxnSpPr>
          <p:spPr>
            <a:xfrm>
              <a:off x="304800" y="3962400"/>
              <a:ext cx="859338" cy="0"/>
            </a:xfrm>
            <a:prstGeom prst="straightConnector1">
              <a:avLst/>
            </a:prstGeom>
            <a:noFill/>
            <a:ln w="47625" cap="flat" cmpd="sng">
              <a:solidFill>
                <a:srgbClr val="87792E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9" name="Google Shape;119;p1"/>
          <p:cNvSpPr txBox="1"/>
          <p:nvPr/>
        </p:nvSpPr>
        <p:spPr>
          <a:xfrm>
            <a:off x="2772260" y="2905240"/>
            <a:ext cx="4695265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Venue : </a:t>
            </a:r>
            <a:r>
              <a:rPr lang="en-US" sz="1600" b="1" dirty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Aryabhata Building , CUTM</a:t>
            </a:r>
            <a:endParaRPr dirty="0"/>
          </a:p>
        </p:txBody>
      </p:sp>
      <p:sp>
        <p:nvSpPr>
          <p:cNvPr id="120" name="Google Shape;120;p1"/>
          <p:cNvSpPr txBox="1"/>
          <p:nvPr/>
        </p:nvSpPr>
        <p:spPr>
          <a:xfrm>
            <a:off x="1600442" y="9414166"/>
            <a:ext cx="10362714" cy="32406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4FDFD"/>
                </a:solidFill>
                <a:latin typeface="Arial"/>
                <a:ea typeface="Arial"/>
                <a:cs typeface="Arial"/>
                <a:sym typeface="Arial"/>
              </a:rPr>
              <a:t>CENTURION UNIVERSITY OF  TECHNOLOGY &amp; MANAGEMENT, BHUBANESWAR, ODISHA</a:t>
            </a:r>
            <a:endParaRPr dirty="0"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9931" y="9357440"/>
            <a:ext cx="404791" cy="638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67531" y="-369488"/>
            <a:ext cx="2247924" cy="2247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2750274" y="2722907"/>
            <a:ext cx="2117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Project Title :</a:t>
            </a:r>
            <a:endParaRPr dirty="0"/>
          </a:p>
        </p:txBody>
      </p:sp>
      <p:pic>
        <p:nvPicPr>
          <p:cNvPr id="124" name="Google Shape;12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76600" y="226261"/>
            <a:ext cx="1924710" cy="93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flipH="1">
            <a:off x="604722" y="2065098"/>
            <a:ext cx="614478" cy="5933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6" name="Google Shape;126;p1"/>
          <p:cNvSpPr txBox="1"/>
          <p:nvPr/>
        </p:nvSpPr>
        <p:spPr>
          <a:xfrm>
            <a:off x="5102368" y="9646930"/>
            <a:ext cx="3567638" cy="377924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dirty="0">
                <a:solidFill>
                  <a:srgbClr val="F4FDFD"/>
                </a:solidFill>
                <a:latin typeface="Arial"/>
                <a:ea typeface="Arial"/>
                <a:cs typeface="Arial"/>
                <a:sym typeface="Arial"/>
              </a:rPr>
              <a:t>+91-9778118876</a:t>
            </a:r>
            <a:r>
              <a:rPr lang="en-US" dirty="0"/>
              <a:t>   </a:t>
            </a:r>
            <a:r>
              <a:rPr lang="en-US" sz="1754" b="1" dirty="0">
                <a:solidFill>
                  <a:srgbClr val="F4FDFD"/>
                </a:solidFill>
                <a:latin typeface="Arial"/>
                <a:ea typeface="Arial"/>
                <a:cs typeface="Arial"/>
                <a:sym typeface="Arial"/>
              </a:rPr>
              <a:t>+91-9437376421</a:t>
            </a:r>
            <a:endParaRPr dirty="0"/>
          </a:p>
        </p:txBody>
      </p:sp>
      <p:sp>
        <p:nvSpPr>
          <p:cNvPr id="127" name="Google Shape;127;p1"/>
          <p:cNvSpPr/>
          <p:nvPr/>
        </p:nvSpPr>
        <p:spPr>
          <a:xfrm>
            <a:off x="4706650" y="9678344"/>
            <a:ext cx="304800" cy="368233"/>
          </a:xfrm>
          <a:custGeom>
            <a:avLst/>
            <a:gdLst/>
            <a:ahLst/>
            <a:cxnLst/>
            <a:rect l="l" t="t" r="r" b="b"/>
            <a:pathLst>
              <a:path w="374617" h="374617" extrusionOk="0">
                <a:moveTo>
                  <a:pt x="0" y="0"/>
                </a:moveTo>
                <a:lnTo>
                  <a:pt x="374617" y="0"/>
                </a:lnTo>
                <a:lnTo>
                  <a:pt x="374617" y="374616"/>
                </a:lnTo>
                <a:lnTo>
                  <a:pt x="0" y="374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7053235" y="3383442"/>
            <a:ext cx="3309961" cy="38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Guided by: </a:t>
            </a:r>
            <a:endParaRPr sz="16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1762" y="3238310"/>
            <a:ext cx="4005231" cy="38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Student Name &amp; </a:t>
            </a:r>
            <a:r>
              <a:rPr lang="en-US" sz="1800" b="1" dirty="0" err="1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Redg</a:t>
            </a:r>
            <a:r>
              <a:rPr lang="en-US" sz="1800" b="1" dirty="0">
                <a:solidFill>
                  <a:srgbClr val="87792E"/>
                </a:solidFill>
                <a:latin typeface="Arial"/>
                <a:ea typeface="Arial"/>
                <a:cs typeface="Arial"/>
                <a:sym typeface="Arial"/>
              </a:rPr>
              <a:t>. No.  :</a:t>
            </a:r>
            <a:endParaRPr sz="1600" b="1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52400" y="4728970"/>
            <a:ext cx="6463656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PrabandhX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a comprehensive organization management system that centralizes project management, task tracking, team collaboration, and file sharing into a single unified platform. It replaces manual workflows with a digital solution featuring role-based access for Admin, Manager, and User. Built with Spring Boot and React, it delivers secure JWT authentication, real-time analytics, complete audit trails, and gamification through leaderboards. The platform ensures data privacy with user-specific file views and 7-day expiry for invitations and shareable links. </a:t>
            </a:r>
            <a:endParaRPr sz="1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41618" y="6996140"/>
            <a:ext cx="4035083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dirty="0"/>
              <a:t>Modern organizations struggle with fragmented manual processes, lack of real-time visibility, and ineffective collaboration—challenges </a:t>
            </a:r>
            <a:r>
              <a:rPr lang="en-US" dirty="0" err="1"/>
              <a:t>PrabandhX</a:t>
            </a:r>
            <a:r>
              <a:rPr lang="en-US" dirty="0"/>
              <a:t> solves with a centralized, role-based platform offering real-time dashboards, secure file sharing, and audit trails, while role-based access control, 7-day expiry for shared links, and IP-tracked activity logging ensure security and accountability.</a:t>
            </a:r>
            <a:endParaRPr lang="en-US" sz="1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8342830" y="3436104"/>
            <a:ext cx="50566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Asst. Prof. Rakesh Kumar Ray</a:t>
            </a:r>
            <a:endParaRPr lang="en-US"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4299908" y="2729608"/>
            <a:ext cx="388623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7792E"/>
                </a:solidFill>
                <a:latin typeface="Calibri"/>
                <a:ea typeface="Calibri"/>
                <a:cs typeface="Calibri"/>
                <a:sym typeface="Calibri"/>
              </a:rPr>
              <a:t>SaaS Project Management System </a:t>
            </a:r>
            <a:endParaRPr sz="1800" b="1" dirty="0">
              <a:solidFill>
                <a:srgbClr val="8779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3213995" y="3294300"/>
            <a:ext cx="37337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Aurosmita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Sahoo( 230301120265)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Disha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Agarwalla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( 230301120281)</a:t>
            </a:r>
            <a:b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190891" y="6150898"/>
            <a:ext cx="30346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Fig.no :- 1 Project Landing Page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0363196" y="6579889"/>
            <a:ext cx="26152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Fig.no :- 3 Manager Dashboard 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4191000" y="8729765"/>
            <a:ext cx="25145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Fig.no :- 4 Overview of the project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0;p1">
            <a:extLst>
              <a:ext uri="{FF2B5EF4-FFF2-40B4-BE49-F238E27FC236}">
                <a16:creationId xmlns:a16="http://schemas.microsoft.com/office/drawing/2014/main" id="{C7946831-A396-314A-AE4C-438A6328E190}"/>
              </a:ext>
            </a:extLst>
          </p:cNvPr>
          <p:cNvSpPr txBox="1"/>
          <p:nvPr/>
        </p:nvSpPr>
        <p:spPr>
          <a:xfrm>
            <a:off x="10363196" y="5180106"/>
            <a:ext cx="24616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Fig.no :- 2  Admin Dashboard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2C3E927-B28C-C04E-5152-1379AC982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788" y="7244633"/>
            <a:ext cx="550663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dirty="0"/>
              <a:t> Spring Boot Documentation – </a:t>
            </a:r>
            <a:r>
              <a:rPr lang="en-IN" dirty="0">
                <a:hlinkClick r:id="rId13"/>
              </a:rPr>
              <a:t>https://spring.io/projects/spring-boot</a:t>
            </a:r>
            <a:br>
              <a:rPr lang="en-IN" dirty="0"/>
            </a:br>
            <a:r>
              <a:rPr lang="en-IN" dirty="0"/>
              <a:t> React Documentation – </a:t>
            </a:r>
            <a:r>
              <a:rPr lang="en-IN" dirty="0">
                <a:hlinkClick r:id="rId14"/>
              </a:rPr>
              <a:t>https://react.dev/</a:t>
            </a:r>
            <a:br>
              <a:rPr lang="en-IN" dirty="0"/>
            </a:br>
            <a:r>
              <a:rPr lang="en-IN" dirty="0"/>
              <a:t> MySQL Documentation – </a:t>
            </a:r>
            <a:r>
              <a:rPr lang="en-IN" dirty="0">
                <a:hlinkClick r:id="rId15"/>
              </a:rPr>
              <a:t>https://dev.mysql.com/doc/</a:t>
            </a:r>
            <a:br>
              <a:rPr lang="en-IN" dirty="0"/>
            </a:br>
            <a:r>
              <a:rPr lang="en-IN" dirty="0"/>
              <a:t> Postman  – </a:t>
            </a:r>
            <a:r>
              <a:rPr lang="en-IN" dirty="0">
                <a:hlinkClick r:id="rId16"/>
              </a:rPr>
              <a:t>https://learning.postman.com/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AF8ED2-E3E2-09C0-F229-5FD29772DB7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92835" y="1357447"/>
            <a:ext cx="602104" cy="607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9D68C0-E860-11A8-305E-AB8FE09F9D3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32992" y="2038372"/>
            <a:ext cx="590251" cy="5847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E74A1F-0AF1-A82C-A54D-1B8CFEE9DC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11120" y="2038372"/>
            <a:ext cx="583820" cy="589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5D4202-5967-AF8F-10ED-7087C5C02E59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b="14642"/>
          <a:stretch>
            <a:fillRect/>
          </a:stretch>
        </p:blipFill>
        <p:spPr>
          <a:xfrm>
            <a:off x="4133850" y="6513751"/>
            <a:ext cx="2514600" cy="2246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2EFA30-047E-04F5-EB0D-E0764EB065A1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936" t="2041" r="1730"/>
          <a:stretch>
            <a:fillRect/>
          </a:stretch>
        </p:blipFill>
        <p:spPr>
          <a:xfrm>
            <a:off x="6849788" y="4449612"/>
            <a:ext cx="3002011" cy="16745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2347DF-FACA-0A92-0A43-1F9C92857EC1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174" r="2515"/>
          <a:stretch>
            <a:fillRect/>
          </a:stretch>
        </p:blipFill>
        <p:spPr>
          <a:xfrm>
            <a:off x="10107660" y="3797967"/>
            <a:ext cx="2717189" cy="13375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29FD70-71CF-462F-1AC7-85EA7AFFF4B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07660" y="5457104"/>
            <a:ext cx="2717186" cy="1136181"/>
          </a:xfrm>
          <a:prstGeom prst="rect">
            <a:avLst/>
          </a:prstGeom>
        </p:spPr>
      </p:pic>
      <p:pic>
        <p:nvPicPr>
          <p:cNvPr id="1026" name="Picture 2" descr="United Nations Sustainable Development">
            <a:extLst>
              <a:ext uri="{FF2B5EF4-FFF2-40B4-BE49-F238E27FC236}">
                <a16:creationId xmlns:a16="http://schemas.microsoft.com/office/drawing/2014/main" id="{54F14C5E-3FB1-E9BF-E303-FB3F54CE0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1139" y="1357447"/>
            <a:ext cx="602104" cy="61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327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Barlow Condensed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Sudhansu</dc:creator>
  <cp:lastModifiedBy>AUROSMITA SAHOO</cp:lastModifiedBy>
  <cp:revision>8</cp:revision>
  <dcterms:created xsi:type="dcterms:W3CDTF">2006-08-16T00:00:00Z</dcterms:created>
  <dcterms:modified xsi:type="dcterms:W3CDTF">2026-04-08T12:02:22Z</dcterms:modified>
</cp:coreProperties>
</file>