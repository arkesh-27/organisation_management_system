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DCBC0E-6C6F-4FFC-ACF7-07D935ADEE56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573861-5642-4B2B-90F1-893725E973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82289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573861-5642-4B2B-90F1-893725E9734F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07111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3/31/2026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5000">
        <p159:morph option="byObject"/>
      </p:transition>
    </mc:Choice>
    <mc:Fallback>
      <p:transition spd="slow" advTm="5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3/31/2026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5000">
        <p159:morph option="byObject"/>
      </p:transition>
    </mc:Choice>
    <mc:Fallback>
      <p:transition spd="slow" advTm="5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3/31/2026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5000">
        <p159:morph option="byObject"/>
      </p:transition>
    </mc:Choice>
    <mc:Fallback>
      <p:transition spd="slow" advTm="50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3/31/2026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5000">
        <p159:morph option="byObject"/>
      </p:transition>
    </mc:Choice>
    <mc:Fallback>
      <p:transition spd="slow" advTm="500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3/31/2026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5000">
        <p159:morph option="byObject"/>
      </p:transition>
    </mc:Choice>
    <mc:Fallback>
      <p:transition spd="slow" advTm="500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3/31/2026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5000">
        <p159:morph option="byObject"/>
      </p:transition>
    </mc:Choice>
    <mc:Fallback>
      <p:transition spd="slow" advTm="500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3/31/2026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5000">
        <p159:morph option="byObject"/>
      </p:transition>
    </mc:Choice>
    <mc:Fallback>
      <p:transition spd="slow" advTm="500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3/31/2026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5000">
        <p159:morph option="byObject"/>
      </p:transition>
    </mc:Choice>
    <mc:Fallback>
      <p:transition spd="slow" advTm="500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3/31/2026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5000">
        <p159:morph option="byObject"/>
      </p:transition>
    </mc:Choice>
    <mc:Fallback>
      <p:transition spd="slow" advTm="5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5000">
        <p159:morph option="byObject"/>
      </p:transition>
    </mc:Choice>
    <mc:Fallback>
      <p:transition spd="slow" advTm="5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5000">
        <p159:morph option="byObject"/>
      </p:transition>
    </mc:Choice>
    <mc:Fallback>
      <p:transition spd="slow" advTm="5000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5000">
        <p159:morph option="byObject"/>
      </p:transition>
    </mc:Choice>
    <mc:Fallback>
      <p:transition spd="slow" advTm="5000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5000">
        <p159:morph option="byObject"/>
      </p:transition>
    </mc:Choice>
    <mc:Fallback>
      <p:transition spd="slow" advTm="5000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3/31/2026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5000">
        <p159:morph option="byObject"/>
      </p:transition>
    </mc:Choice>
    <mc:Fallback>
      <p:transition spd="slow" advTm="5000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3/31/2026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5000">
        <p159:morph option="byObject"/>
      </p:transition>
    </mc:Choice>
    <mc:Fallback>
      <p:transition spd="slow" advTm="5000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3/31/2026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5000">
        <p159:morph option="byObject"/>
      </p:transition>
    </mc:Choice>
    <mc:Fallback>
      <p:transition spd="slow" advTm="5000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3/31/2026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5000">
        <p159:morph option="byObject"/>
      </p:transition>
    </mc:Choice>
    <mc:Fallback>
      <p:transition spd="slow" advTm="5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8E36636D-D922-432D-A958-524484B5923D}" type="datetimeFigureOut">
              <a:rPr lang="en-US" dirty="0"/>
              <a:pPr/>
              <a:t>3/31/2026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2" r:id="rId10"/>
    <p:sldLayoutId id="2147483853" r:id="rId11"/>
    <p:sldLayoutId id="2147483854" r:id="rId12"/>
    <p:sldLayoutId id="2147483855" r:id="rId13"/>
    <p:sldLayoutId id="2147483858" r:id="rId14"/>
    <p:sldLayoutId id="2147483859" r:id="rId15"/>
    <p:sldLayoutId id="2147483850" r:id="rId16"/>
    <p:sldLayoutId id="2147483851" r:id="rId17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5000">
        <p159:morph option="byObject"/>
      </p:transition>
    </mc:Choice>
    <mc:Fallback>
      <p:transition spd="slow" advTm="5000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C0E97-1E96-8A1A-CB27-42F8B6CB0C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27199" y="2078038"/>
            <a:ext cx="8788401" cy="1579562"/>
          </a:xfrm>
        </p:spPr>
        <p:txBody>
          <a:bodyPr>
            <a:normAutofit/>
          </a:bodyPr>
          <a:lstStyle/>
          <a:p>
            <a:r>
              <a:rPr lang="en-IN" sz="4000" dirty="0"/>
              <a:t>PrabandhX:Multi-Tenant SaaS Project Management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AAD674-A455-4D1D-D338-450208D438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1" y="5204894"/>
            <a:ext cx="4495799" cy="1391167"/>
          </a:xfrm>
        </p:spPr>
        <p:txBody>
          <a:bodyPr>
            <a:normAutofit/>
          </a:bodyPr>
          <a:lstStyle/>
          <a:p>
            <a:r>
              <a:rPr lang="en-US" sz="2400" b="1" u="sng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Under the Guidance of</a:t>
            </a:r>
            <a:br>
              <a:rPr lang="en-US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Mr. Rakesh Kumar Ray</a:t>
            </a:r>
            <a:br>
              <a:rPr lang="en-US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Assistant Professor, CSE</a:t>
            </a:r>
          </a:p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230FDB-002A-4A88-7590-9435FD4CCF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5400" y="160861"/>
            <a:ext cx="2298700" cy="23241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9B0A6AA-7922-DE98-9C9B-5C149D41D585}"/>
              </a:ext>
            </a:extLst>
          </p:cNvPr>
          <p:cNvSpPr txBox="1"/>
          <p:nvPr/>
        </p:nvSpPr>
        <p:spPr>
          <a:xfrm>
            <a:off x="6934200" y="5204895"/>
            <a:ext cx="49148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sz="2400" b="1" u="sng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Presented by</a:t>
            </a:r>
            <a:r>
              <a:rPr lang="en-US" sz="2400" u="sng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</a:p>
          <a:p>
            <a:pPr algn="ctr" fontAlgn="b"/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AUROSMITA SAHOO (230301120265)</a:t>
            </a:r>
          </a:p>
          <a:p>
            <a:pPr algn="ctr" fontAlgn="b"/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DISHA AGARWALLA </a:t>
            </a:r>
            <a:r>
              <a:rPr lang="en-IN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(230301120281)</a:t>
            </a:r>
          </a:p>
        </p:txBody>
      </p:sp>
      <p:pic>
        <p:nvPicPr>
          <p:cNvPr id="3078" name="Picture 6" descr="sustainable development goals logo ...">
            <a:extLst>
              <a:ext uri="{FF2B5EF4-FFF2-40B4-BE49-F238E27FC236}">
                <a16:creationId xmlns:a16="http://schemas.microsoft.com/office/drawing/2014/main" id="{903C6B59-4667-CA7E-E8CB-50E11F9F61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960562" cy="1960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220696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5000">
        <p159:morph option="byObject"/>
      </p:transition>
    </mc:Choice>
    <mc:Fallback>
      <p:transition spd="slow" advTm="50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CFF94-64BF-CEF2-3F81-44221F934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effectLst/>
              </a:rPr>
              <a:t>What is </a:t>
            </a:r>
            <a:r>
              <a:rPr lang="en-IN" b="1" dirty="0" err="1">
                <a:effectLst/>
              </a:rPr>
              <a:t>PrabandhX</a:t>
            </a:r>
            <a:r>
              <a:rPr lang="en-IN" b="1" dirty="0">
                <a:effectLst/>
              </a:rPr>
              <a:t>?</a:t>
            </a:r>
            <a:br>
              <a:rPr lang="en-IN" b="1" dirty="0">
                <a:effectLst/>
              </a:rPr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9C825C-0089-D52A-4BE1-3AE73F80F0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atinLnBrk="1"/>
            <a:r>
              <a:rPr lang="en-US" sz="2100" b="1" dirty="0">
                <a:effectLst/>
              </a:rPr>
              <a:t>A comprehensive organization management system that streamlines:</a:t>
            </a:r>
          </a:p>
          <a:p>
            <a:pPr marL="36900" indent="0" latinLnBrk="1">
              <a:buNone/>
            </a:pPr>
            <a:r>
              <a:rPr lang="en-US" dirty="0">
                <a:effectLst/>
              </a:rPr>
              <a:t>	• Project Management</a:t>
            </a:r>
          </a:p>
          <a:p>
            <a:pPr marL="36900" indent="0" latinLnBrk="1">
              <a:buNone/>
            </a:pPr>
            <a:r>
              <a:rPr lang="en-US" dirty="0">
                <a:effectLst/>
              </a:rPr>
              <a:t>	• Team Collaboration  </a:t>
            </a:r>
          </a:p>
          <a:p>
            <a:pPr marL="36900" indent="0" latinLnBrk="1">
              <a:buNone/>
            </a:pPr>
            <a:r>
              <a:rPr lang="en-US" dirty="0">
                <a:effectLst/>
              </a:rPr>
              <a:t>	• Task Tracking</a:t>
            </a:r>
          </a:p>
          <a:p>
            <a:pPr marL="36900" indent="0" latinLnBrk="1">
              <a:buNone/>
            </a:pPr>
            <a:r>
              <a:rPr lang="en-US" dirty="0">
                <a:effectLst/>
              </a:rPr>
              <a:t>	• File Sharing</a:t>
            </a:r>
          </a:p>
          <a:p>
            <a:pPr marL="36900" indent="0" latinLnBrk="1">
              <a:buNone/>
            </a:pPr>
            <a:endParaRPr lang="en-US" dirty="0">
              <a:effectLst/>
            </a:endParaRPr>
          </a:p>
          <a:p>
            <a:pPr marL="36900" indent="0" latinLnBrk="1">
              <a:buNone/>
            </a:pPr>
            <a:r>
              <a:rPr lang="en-US" sz="2100" dirty="0">
                <a:effectLst/>
              </a:rPr>
              <a:t>🔐 Three Role-Based Access:</a:t>
            </a:r>
          </a:p>
          <a:p>
            <a:pPr marL="36900" indent="0" latinLnBrk="1">
              <a:buNone/>
            </a:pPr>
            <a:r>
              <a:rPr lang="en-US" dirty="0">
                <a:effectLst/>
              </a:rPr>
              <a:t>	Admin | Manager | User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ACDC49-6293-D45C-A66A-A96FE3DA1E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4800" y="84662"/>
            <a:ext cx="1930400" cy="1571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78545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5000">
        <p159:morph option="byObject"/>
      </p:transition>
    </mc:Choice>
    <mc:Fallback>
      <p:transition spd="slow" advTm="50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E19DD-6845-80B2-CCCF-BD24F9FF7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647700"/>
          </a:xfrm>
        </p:spPr>
        <p:txBody>
          <a:bodyPr>
            <a:normAutofit fontScale="90000"/>
          </a:bodyPr>
          <a:lstStyle/>
          <a:p>
            <a:r>
              <a:rPr lang="en-IN" b="1" dirty="0">
                <a:effectLst/>
              </a:rPr>
              <a:t>Use Case Diagram</a:t>
            </a:r>
            <a:br>
              <a:rPr lang="en-IN" b="1" dirty="0">
                <a:effectLst/>
              </a:rPr>
            </a:b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0628A7C-5E3C-BE35-5910-2B8113EA31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6200" y="1397000"/>
            <a:ext cx="6667500" cy="50546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0E9F384-63B3-6185-ACB4-A81608B5BF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4800" y="84662"/>
            <a:ext cx="1930400" cy="1571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5933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5000">
        <p159:morph option="byObject"/>
      </p:transition>
    </mc:Choice>
    <mc:Fallback>
      <p:transition spd="slow" advTm="500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3B725-0C02-0781-3B2C-77E021CA1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effectLst/>
              </a:rPr>
              <a:t>Technology Stack </a:t>
            </a:r>
            <a:br>
              <a:rPr lang="en-IN" b="1" dirty="0">
                <a:effectLst/>
              </a:rPr>
            </a:br>
            <a:endParaRPr lang="en-IN" dirty="0"/>
          </a:p>
        </p:txBody>
      </p:sp>
      <p:sp>
        <p:nvSpPr>
          <p:cNvPr id="8" name="AutoShape 2" descr="Generated image: Tech stack flowchart overview">
            <a:extLst>
              <a:ext uri="{FF2B5EF4-FFF2-40B4-BE49-F238E27FC236}">
                <a16:creationId xmlns:a16="http://schemas.microsoft.com/office/drawing/2014/main" id="{1B315A57-0030-8DC5-1A56-41471F94F0D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62DCAD4-81B2-E0B1-4421-14569DAB01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3400" y="1397000"/>
            <a:ext cx="6223000" cy="500380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972FFF4-185E-687E-1D7D-A2A51F9F56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4800" y="84662"/>
            <a:ext cx="1930400" cy="1571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43717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5000">
        <p159:morph option="byObject"/>
      </p:transition>
    </mc:Choice>
    <mc:Fallback>
      <p:transition spd="slow" advTm="500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4C97A-C9B5-C6F4-EF99-0605865F9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effectLst/>
              </a:rPr>
              <a:t>System Architecture</a:t>
            </a:r>
            <a:br>
              <a:rPr lang="en-IN" b="1" dirty="0">
                <a:effectLst/>
              </a:rPr>
            </a:b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1650699-C7C9-A317-4BB6-0ADC9D41C0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3400" y="1485900"/>
            <a:ext cx="6045199" cy="49403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1D57F4A-8FB6-F81D-121E-1F893EB034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4800" y="84662"/>
            <a:ext cx="1930400" cy="1571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9479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5000">
        <p159:morph option="byObject"/>
      </p:transition>
    </mc:Choice>
    <mc:Fallback>
      <p:transition spd="slow" advTm="500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C72D9-37A9-2DE3-6A5A-41BB47E5E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596900"/>
            <a:ext cx="10353762" cy="469900"/>
          </a:xfrm>
        </p:spPr>
        <p:txBody>
          <a:bodyPr>
            <a:normAutofit fontScale="90000"/>
          </a:bodyPr>
          <a:lstStyle/>
          <a:p>
            <a:r>
              <a:rPr lang="en-IN" b="1" dirty="0">
                <a:effectLst/>
              </a:rPr>
              <a:t>Conclusion</a:t>
            </a:r>
            <a:br>
              <a:rPr lang="en-IN" b="1" dirty="0">
                <a:effectLst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1996D4-B03F-6875-A7EF-B619D98006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1399" y="1066799"/>
            <a:ext cx="9906001" cy="5334001"/>
          </a:xfrm>
        </p:spPr>
        <p:txBody>
          <a:bodyPr>
            <a:normAutofit fontScale="92500" lnSpcReduction="20000"/>
          </a:bodyPr>
          <a:lstStyle/>
          <a:p>
            <a:r>
              <a:rPr lang="en-US" sz="1900" b="1" dirty="0">
                <a:effectLst/>
              </a:rPr>
              <a:t> PROJECT SUMMARY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1400" dirty="0">
                <a:effectLst/>
              </a:rPr>
              <a:t>Organization Management System with Role-Based Access (Admin, Manager, User)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1400" dirty="0">
                <a:effectLst/>
              </a:rPr>
              <a:t>Secure JWT Authentication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1400" dirty="0">
                <a:effectLst/>
              </a:rPr>
              <a:t>Real-time Dashboard Analytics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1400" dirty="0">
                <a:effectLst/>
              </a:rPr>
              <a:t>File Management &amp; Collaboration</a:t>
            </a:r>
          </a:p>
          <a:p>
            <a:pPr marL="36900" indent="0" algn="just">
              <a:buNone/>
            </a:pPr>
            <a:endParaRPr lang="en-US" sz="1400" dirty="0">
              <a:effectLst/>
            </a:endParaRPr>
          </a:p>
          <a:p>
            <a:r>
              <a:rPr lang="en-US" sz="1900" b="1" dirty="0">
                <a:effectLst/>
              </a:rPr>
              <a:t>KEY ACHIEVEMENTS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500" dirty="0">
                <a:effectLst/>
              </a:rPr>
              <a:t>3 Role-based Dashboards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500" dirty="0">
                <a:effectLst/>
              </a:rPr>
              <a:t>15+ REST API Endpoints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500" dirty="0">
                <a:effectLst/>
              </a:rPr>
              <a:t>Responsive UI with Animations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500" dirty="0">
                <a:effectLst/>
              </a:rPr>
              <a:t>Complete CRUD Operations</a:t>
            </a:r>
          </a:p>
          <a:p>
            <a:pPr marL="36900" indent="0">
              <a:buNone/>
            </a:pPr>
            <a:endParaRPr lang="en-US" sz="1500" dirty="0">
              <a:effectLst/>
            </a:endParaRPr>
          </a:p>
          <a:p>
            <a:r>
              <a:rPr lang="en-IN" sz="1900" b="1" dirty="0">
                <a:effectLst/>
              </a:rPr>
              <a:t>FUTURE SCOPE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500" dirty="0">
                <a:effectLst/>
              </a:rPr>
              <a:t>Email &amp; Push Notifications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500" dirty="0">
                <a:effectLst/>
              </a:rPr>
              <a:t>Mobile Application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500" dirty="0">
                <a:effectLst/>
              </a:rPr>
              <a:t>AI-based Task Recommendations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500" dirty="0">
                <a:effectLst/>
              </a:rPr>
              <a:t>Calendar Integration</a:t>
            </a:r>
          </a:p>
          <a:p>
            <a:endParaRPr lang="en-US" sz="1400" dirty="0">
              <a:effectLst/>
            </a:endParaRP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3E024E-B030-D969-01DF-D542E9E8EF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4800" y="84662"/>
            <a:ext cx="1930400" cy="1571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3914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5000">
        <p159:morph option="byObject"/>
      </p:transition>
    </mc:Choice>
    <mc:Fallback>
      <p:transition spd="slow" advTm="5000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E8B826"/>
      </a:accent1>
      <a:accent2>
        <a:srgbClr val="E2CA72"/>
      </a:accent2>
      <a:accent3>
        <a:srgbClr val="BD723B"/>
      </a:accent3>
      <a:accent4>
        <a:srgbClr val="AE9376"/>
      </a:accent4>
      <a:accent5>
        <a:srgbClr val="A77F41"/>
      </a:accent5>
      <a:accent6>
        <a:srgbClr val="A1AE79"/>
      </a:accent6>
      <a:hlink>
        <a:srgbClr val="F1D06A"/>
      </a:hlink>
      <a:folHlink>
        <a:srgbClr val="EDDCA8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D5CBAF11-69B7-47EA-BC01-41F77058C2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106</TotalTime>
  <Words>144</Words>
  <Application>Microsoft Office PowerPoint</Application>
  <PresentationFormat>Widescreen</PresentationFormat>
  <Paragraphs>36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Calisto MT</vt:lpstr>
      <vt:lpstr>Wingdings</vt:lpstr>
      <vt:lpstr>Wingdings 2</vt:lpstr>
      <vt:lpstr>Slate</vt:lpstr>
      <vt:lpstr>PrabandhX:Multi-Tenant SaaS Project Management System</vt:lpstr>
      <vt:lpstr>What is PrabandhX? </vt:lpstr>
      <vt:lpstr>Use Case Diagram </vt:lpstr>
      <vt:lpstr>Technology Stack  </vt:lpstr>
      <vt:lpstr>System Architecture 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AUROSMITA SAHOO</dc:creator>
  <cp:lastModifiedBy>AUROSMITA SAHOO</cp:lastModifiedBy>
  <cp:revision>2</cp:revision>
  <dcterms:created xsi:type="dcterms:W3CDTF">2026-03-30T12:51:24Z</dcterms:created>
  <dcterms:modified xsi:type="dcterms:W3CDTF">2026-03-31T06:48:14Z</dcterms:modified>
</cp:coreProperties>
</file>